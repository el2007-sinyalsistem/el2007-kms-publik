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9" autoAdjust="0"/>
    <p:restoredTop sz="94660"/>
  </p:normalViewPr>
  <p:slideViewPr>
    <p:cSldViewPr snapToGrid="0">
      <p:cViewPr varScale="1">
        <p:scale>
          <a:sx n="67" d="100"/>
          <a:sy n="67" d="100"/>
        </p:scale>
        <p:origin x="8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ED6933-98D1-EC5C-3848-CB231C8D59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DA2E77-64F2-EECB-EDD3-87A3181871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76804C-7F15-E07E-902E-8167ED5A9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4415-FD22-4704-A573-075B935411E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138BB2-811C-7E2B-EBBA-EA2362211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D12F69-AB3B-D223-8CC5-909C2E3F9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3F3-E873-460F-9B08-52B1BA90F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1710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B9E55B-A897-4310-682E-5BE5330AB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F54B7-A35C-0678-BFBC-799AEA3363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1D190E-3A5F-CA06-79B1-2C280275B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4415-FD22-4704-A573-075B935411E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0FDE76-8AD8-BC3A-A1AE-2125DA4EE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432A3F-CAE6-B929-5F06-3F2EFE970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3F3-E873-460F-9B08-52B1BA90F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8096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A45B2-8D6E-8483-3545-85F8ADA18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08C626-2ACE-F7AE-52DF-82FC4270D3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287167-A700-9653-79AD-3A6329763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4415-FD22-4704-A573-075B935411E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D30046-44D1-08FD-F5E2-CFBEA0B8F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BEF52F-33A4-2299-0CE9-083D2C23A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3F3-E873-460F-9B08-52B1BA90F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39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EB892-AAFF-20C8-0720-E715F3E52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EF6B92-D69A-D9C4-0183-B69B49153E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3E88C8-CF70-1C06-33C2-1E4FFC9C44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71B855-B569-8A0B-9237-2D5C61A8F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4415-FD22-4704-A573-075B935411E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2D1364-AE08-64F4-6726-6E9BF7FBF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F8FC77-D567-E106-A437-2C34A3C6E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3F3-E873-460F-9B08-52B1BA90F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8684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74B8DA-1E0B-39D0-51C0-B21487E6E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E663C2-E6DD-F861-40FC-6CCCBF557A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C953D1-5175-458F-4DA8-85A5BB7384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0D05E8-4FF0-7641-1978-A7F3D3C94C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DDEDB15-D654-A9CC-831C-02C1A03220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79DB6A-C85F-3A4A-C35A-689BFC1D8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4415-FD22-4704-A573-075B935411E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035851-6FAA-4A99-3767-B91FF5AA6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66BA0B7-54EE-0393-8528-C9E7480A9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3F3-E873-460F-9B08-52B1BA90F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14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F8DDC-60C7-C2B2-04A0-0A92A45E7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9F3AD82-826B-F13B-EB7C-5D28B9C9D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4415-FD22-4704-A573-075B935411E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86EDB0-6995-9B5F-0DE1-662C6EEF35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6FE7A4-7B6E-53C3-F608-6A479143C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3F3-E873-460F-9B08-52B1BA90F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3392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8CC80D-C170-49C2-33F6-29743A26D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4415-FD22-4704-A573-075B935411E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9AB95D-584C-9FEC-87BC-72AFAA06D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DCA8D-BA2F-2A1D-410A-F68AAAC50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3F3-E873-460F-9B08-52B1BA90F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170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9B552-611E-4C19-AA22-59067DE5F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A622B-03DF-D940-98E9-D973EB6A66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1BE8C-F7D8-CCBC-1A02-1B6CF685EF1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6BE9A6-5AE0-563C-CD99-F6ED087452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4415-FD22-4704-A573-075B935411E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5FE499-25D9-32E3-3477-71EF653C9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DAE497-CA04-BD21-8362-A0FD5124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3F3-E873-460F-9B08-52B1BA90F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141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5BFBE-93FF-134A-EB7D-B4D7734040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9918670-7FDC-623C-E54E-6BE43BAE1F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50E4CF-6A57-F158-80AB-F3FD79190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D2FAFC-6C00-0FC9-C928-B3861DCE9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4415-FD22-4704-A573-075B935411E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FB47E-6235-AB40-4C03-6F506DF57C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45291-A12F-E6C5-2107-BDA0FC92A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3F3-E873-460F-9B08-52B1BA90F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0910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28E995-D41F-B9F2-B5D7-F8C925B6C9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3BEC33-06AD-CED7-8506-CA2C3B66AE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BD3937-9E65-1736-1C64-7CED22F6C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4415-FD22-4704-A573-075B935411E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289232-5902-58E7-1333-5FF9EEC4E0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EB583F-FDEC-5CCA-2653-3948BBD4E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3F3-E873-460F-9B08-52B1BA90F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782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985355-ED4B-EE9A-93BF-7661900A37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43F94E-EBF7-DA7F-40C7-FC1766ADD1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8DD77-61F3-1156-2455-FF5196DAC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64415-FD22-4704-A573-075B935411E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2286FF-B513-4D78-A0D3-050CA4C1C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B21F3-E704-A1EA-7620-6F5B22621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073F3-E873-460F-9B08-52B1BA90F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2550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A66286-0939-C56B-91FF-85AE0913E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572A9-DFDA-07EF-83EB-A81512204E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A2072-619A-C3DB-2CDE-5B9D7CC8C23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064415-FD22-4704-A573-075B935411E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680E33-B0B1-A44B-C2A2-3BCC06A8DC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DCB070-4D1F-E4CE-E7CF-62CCA3ABF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9073F3-E873-460F-9B08-52B1BA90FD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260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C5843F-9267-FA2D-4E84-0B71D96177A5}"/>
              </a:ext>
            </a:extLst>
          </p:cNvPr>
          <p:cNvSpPr/>
          <p:nvPr/>
        </p:nvSpPr>
        <p:spPr>
          <a:xfrm>
            <a:off x="1477108" y="2010507"/>
            <a:ext cx="2144866" cy="15181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DEVICE 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C253D3-7EA0-2D5A-CB60-EE5FC341DE02}"/>
              </a:ext>
            </a:extLst>
          </p:cNvPr>
          <p:cNvSpPr/>
          <p:nvPr/>
        </p:nvSpPr>
        <p:spPr>
          <a:xfrm>
            <a:off x="7174524" y="1910861"/>
            <a:ext cx="2729497" cy="15181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DEVICE 2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2C0B6346-A11D-E027-041A-0FCB540BAE79}"/>
              </a:ext>
            </a:extLst>
          </p:cNvPr>
          <p:cNvSpPr/>
          <p:nvPr/>
        </p:nvSpPr>
        <p:spPr>
          <a:xfrm>
            <a:off x="457200" y="2769576"/>
            <a:ext cx="1019908" cy="2315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MIC</a:t>
            </a: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5091EBD0-777A-88F5-163A-000ACB8EB35B}"/>
              </a:ext>
            </a:extLst>
          </p:cNvPr>
          <p:cNvSpPr/>
          <p:nvPr/>
        </p:nvSpPr>
        <p:spPr>
          <a:xfrm>
            <a:off x="3621974" y="2669930"/>
            <a:ext cx="1407684" cy="4486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SPEAKER</a:t>
            </a:r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8C028F73-9310-E1A9-A321-BCCD08D0D20D}"/>
              </a:ext>
            </a:extLst>
          </p:cNvPr>
          <p:cNvSpPr/>
          <p:nvPr/>
        </p:nvSpPr>
        <p:spPr>
          <a:xfrm>
            <a:off x="6096000" y="2661042"/>
            <a:ext cx="1019908" cy="2315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MIC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A7CDDA85-E4C4-93C3-1659-E6607D5E6908}"/>
              </a:ext>
            </a:extLst>
          </p:cNvPr>
          <p:cNvSpPr/>
          <p:nvPr/>
        </p:nvSpPr>
        <p:spPr>
          <a:xfrm>
            <a:off x="9904021" y="2451169"/>
            <a:ext cx="1407684" cy="44863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SPEAKER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80BE8A4-261C-3B6D-080E-3851F88B8B78}"/>
              </a:ext>
            </a:extLst>
          </p:cNvPr>
          <p:cNvGrpSpPr/>
          <p:nvPr/>
        </p:nvGrpSpPr>
        <p:grpSpPr>
          <a:xfrm>
            <a:off x="457200" y="4414572"/>
            <a:ext cx="5694043" cy="751192"/>
            <a:chOff x="457200" y="4414572"/>
            <a:chExt cx="5694043" cy="75119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4F29A6EE-88FB-3407-FECE-EC59AD62A1E9}"/>
                </a:ext>
              </a:extLst>
            </p:cNvPr>
            <p:cNvSpPr/>
            <p:nvPr/>
          </p:nvSpPr>
          <p:spPr>
            <a:xfrm>
              <a:off x="839434" y="4417619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 to L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E6A5666-8DB5-8DF8-BE14-EA15BDC2C22B}"/>
                </a:ext>
              </a:extLst>
            </p:cNvPr>
            <p:cNvSpPr/>
            <p:nvPr/>
          </p:nvSpPr>
          <p:spPr>
            <a:xfrm>
              <a:off x="2200469" y="4417619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 to D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1B07B89-6C63-3916-FB7A-966702B8DB58}"/>
                </a:ext>
              </a:extLst>
            </p:cNvPr>
            <p:cNvSpPr/>
            <p:nvPr/>
          </p:nvSpPr>
          <p:spPr>
            <a:xfrm>
              <a:off x="3554533" y="4417619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 to L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F35F012-CA62-DE8A-4508-4984F4AF420F}"/>
                </a:ext>
              </a:extLst>
            </p:cNvPr>
            <p:cNvSpPr/>
            <p:nvPr/>
          </p:nvSpPr>
          <p:spPr>
            <a:xfrm>
              <a:off x="4797179" y="4414572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 to A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3B7AFB06-34FC-F52F-53F4-908A3BAD80C1}"/>
                </a:ext>
              </a:extLst>
            </p:cNvPr>
            <p:cNvCxnSpPr>
              <a:endCxn id="10" idx="1"/>
            </p:cNvCxnSpPr>
            <p:nvPr/>
          </p:nvCxnSpPr>
          <p:spPr>
            <a:xfrm>
              <a:off x="457200" y="4788644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4B1BEE81-989D-FD83-1C06-BF336E85746F}"/>
                </a:ext>
              </a:extLst>
            </p:cNvPr>
            <p:cNvCxnSpPr/>
            <p:nvPr/>
          </p:nvCxnSpPr>
          <p:spPr>
            <a:xfrm>
              <a:off x="4464324" y="4802948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FC159B9E-F87A-31FA-B5C0-6817D7829FDF}"/>
                </a:ext>
              </a:extLst>
            </p:cNvPr>
            <p:cNvCxnSpPr/>
            <p:nvPr/>
          </p:nvCxnSpPr>
          <p:spPr>
            <a:xfrm>
              <a:off x="3200400" y="4785596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F208F605-0EF7-0F81-034A-34F7786B364B}"/>
                </a:ext>
              </a:extLst>
            </p:cNvPr>
            <p:cNvCxnSpPr/>
            <p:nvPr/>
          </p:nvCxnSpPr>
          <p:spPr>
            <a:xfrm>
              <a:off x="1811264" y="4805996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2B8F546-6796-DC2C-29B4-133A2B4E7F69}"/>
                </a:ext>
              </a:extLst>
            </p:cNvPr>
            <p:cNvCxnSpPr/>
            <p:nvPr/>
          </p:nvCxnSpPr>
          <p:spPr>
            <a:xfrm>
              <a:off x="5769009" y="4782548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1C93BDBC-BD85-ADDA-5B61-E93464EC5AA8}"/>
              </a:ext>
            </a:extLst>
          </p:cNvPr>
          <p:cNvGrpSpPr/>
          <p:nvPr/>
        </p:nvGrpSpPr>
        <p:grpSpPr>
          <a:xfrm>
            <a:off x="5960126" y="5539987"/>
            <a:ext cx="5694043" cy="751192"/>
            <a:chOff x="457200" y="4414572"/>
            <a:chExt cx="5694043" cy="751192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4C32A4AC-C229-080A-1203-C0F711D51CF5}"/>
                </a:ext>
              </a:extLst>
            </p:cNvPr>
            <p:cNvSpPr/>
            <p:nvPr/>
          </p:nvSpPr>
          <p:spPr>
            <a:xfrm>
              <a:off x="839434" y="4417619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 to L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003776AD-FD2A-EF2D-7807-22C90E064A07}"/>
                </a:ext>
              </a:extLst>
            </p:cNvPr>
            <p:cNvSpPr/>
            <p:nvPr/>
          </p:nvSpPr>
          <p:spPr>
            <a:xfrm>
              <a:off x="2200469" y="4417619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 to D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B757797C-6AEB-BA58-51EE-6A48C94797CB}"/>
                </a:ext>
              </a:extLst>
            </p:cNvPr>
            <p:cNvSpPr/>
            <p:nvPr/>
          </p:nvSpPr>
          <p:spPr>
            <a:xfrm>
              <a:off x="3554533" y="4417619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 to L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68C31280-F105-E1B5-26A2-0768A3B063E3}"/>
                </a:ext>
              </a:extLst>
            </p:cNvPr>
            <p:cNvSpPr/>
            <p:nvPr/>
          </p:nvSpPr>
          <p:spPr>
            <a:xfrm>
              <a:off x="4797179" y="4414572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 to A</a:t>
              </a:r>
            </a:p>
          </p:txBody>
        </p: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A1AE54D2-2A28-D5AA-11ED-20CFF055C358}"/>
                </a:ext>
              </a:extLst>
            </p:cNvPr>
            <p:cNvCxnSpPr>
              <a:endCxn id="31" idx="1"/>
            </p:cNvCxnSpPr>
            <p:nvPr/>
          </p:nvCxnSpPr>
          <p:spPr>
            <a:xfrm>
              <a:off x="457200" y="4788644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CEFBFE4D-FEC2-F7CF-C8A3-FF0E87E40A23}"/>
                </a:ext>
              </a:extLst>
            </p:cNvPr>
            <p:cNvCxnSpPr/>
            <p:nvPr/>
          </p:nvCxnSpPr>
          <p:spPr>
            <a:xfrm>
              <a:off x="4464324" y="4802948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7E13115F-1C67-7F60-6842-93AB4025258B}"/>
                </a:ext>
              </a:extLst>
            </p:cNvPr>
            <p:cNvCxnSpPr/>
            <p:nvPr/>
          </p:nvCxnSpPr>
          <p:spPr>
            <a:xfrm>
              <a:off x="3200400" y="4785596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22D62E25-7B2C-3F52-DC55-83821E3C9C93}"/>
                </a:ext>
              </a:extLst>
            </p:cNvPr>
            <p:cNvCxnSpPr/>
            <p:nvPr/>
          </p:nvCxnSpPr>
          <p:spPr>
            <a:xfrm>
              <a:off x="1811264" y="4805996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D1952466-6962-A490-0BE4-76821FB5D212}"/>
                </a:ext>
              </a:extLst>
            </p:cNvPr>
            <p:cNvCxnSpPr/>
            <p:nvPr/>
          </p:nvCxnSpPr>
          <p:spPr>
            <a:xfrm>
              <a:off x="5769009" y="4782548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CF2FA912-38E7-F8CD-9069-7EDF7CDF242D}"/>
              </a:ext>
            </a:extLst>
          </p:cNvPr>
          <p:cNvGrpSpPr/>
          <p:nvPr/>
        </p:nvGrpSpPr>
        <p:grpSpPr>
          <a:xfrm>
            <a:off x="5960126" y="602560"/>
            <a:ext cx="5694043" cy="751192"/>
            <a:chOff x="457200" y="4414572"/>
            <a:chExt cx="5694043" cy="751192"/>
          </a:xfrm>
        </p:grpSpPr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1EF23BB9-E2E1-C076-66FC-4174A3363486}"/>
                </a:ext>
              </a:extLst>
            </p:cNvPr>
            <p:cNvSpPr/>
            <p:nvPr/>
          </p:nvSpPr>
          <p:spPr>
            <a:xfrm>
              <a:off x="839434" y="4417619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 to L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656BCD78-2AC1-59F0-C76F-12C1D9A295F0}"/>
                </a:ext>
              </a:extLst>
            </p:cNvPr>
            <p:cNvSpPr/>
            <p:nvPr/>
          </p:nvSpPr>
          <p:spPr>
            <a:xfrm>
              <a:off x="2200469" y="4417619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 to E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EEC82555-8053-00B9-1AC7-01C626E90162}"/>
                </a:ext>
              </a:extLst>
            </p:cNvPr>
            <p:cNvSpPr/>
            <p:nvPr/>
          </p:nvSpPr>
          <p:spPr>
            <a:xfrm>
              <a:off x="3554533" y="4417619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 to L</a:t>
              </a:r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B98FD556-9DC6-6B82-20BF-4A4C49D0429B}"/>
                </a:ext>
              </a:extLst>
            </p:cNvPr>
            <p:cNvSpPr/>
            <p:nvPr/>
          </p:nvSpPr>
          <p:spPr>
            <a:xfrm>
              <a:off x="4797179" y="4414572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 to A</a:t>
              </a:r>
            </a:p>
          </p:txBody>
        </p: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81FC8445-FB28-36F0-702E-F1801D11D32F}"/>
                </a:ext>
              </a:extLst>
            </p:cNvPr>
            <p:cNvCxnSpPr>
              <a:endCxn id="61" idx="1"/>
            </p:cNvCxnSpPr>
            <p:nvPr/>
          </p:nvCxnSpPr>
          <p:spPr>
            <a:xfrm>
              <a:off x="457200" y="4788644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BFEBBCDB-5AA5-5883-A1DE-F0F68A57A7DD}"/>
                </a:ext>
              </a:extLst>
            </p:cNvPr>
            <p:cNvCxnSpPr/>
            <p:nvPr/>
          </p:nvCxnSpPr>
          <p:spPr>
            <a:xfrm>
              <a:off x="4464324" y="4802948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E9942382-F5EB-0EA4-E5DF-2D3CEDBBB148}"/>
                </a:ext>
              </a:extLst>
            </p:cNvPr>
            <p:cNvCxnSpPr/>
            <p:nvPr/>
          </p:nvCxnSpPr>
          <p:spPr>
            <a:xfrm>
              <a:off x="3200400" y="4785596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5B8133BF-03BF-7251-EB92-F9A1BF6FF878}"/>
                </a:ext>
              </a:extLst>
            </p:cNvPr>
            <p:cNvCxnSpPr/>
            <p:nvPr/>
          </p:nvCxnSpPr>
          <p:spPr>
            <a:xfrm>
              <a:off x="1811264" y="4805996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02963577-86F4-ACBC-1DCC-D55D74EBF48B}"/>
                </a:ext>
              </a:extLst>
            </p:cNvPr>
            <p:cNvCxnSpPr/>
            <p:nvPr/>
          </p:nvCxnSpPr>
          <p:spPr>
            <a:xfrm>
              <a:off x="5769009" y="4782548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E924DBFE-7220-31A7-F50E-03F32D93CDDF}"/>
              </a:ext>
            </a:extLst>
          </p:cNvPr>
          <p:cNvGrpSpPr/>
          <p:nvPr/>
        </p:nvGrpSpPr>
        <p:grpSpPr>
          <a:xfrm>
            <a:off x="247886" y="967157"/>
            <a:ext cx="5694043" cy="751192"/>
            <a:chOff x="457200" y="4414572"/>
            <a:chExt cx="5694043" cy="751192"/>
          </a:xfrm>
        </p:grpSpPr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476D7F11-B273-41D6-DE05-46DE1613EBB3}"/>
                </a:ext>
              </a:extLst>
            </p:cNvPr>
            <p:cNvSpPr/>
            <p:nvPr/>
          </p:nvSpPr>
          <p:spPr>
            <a:xfrm>
              <a:off x="839434" y="4417619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 to L</a:t>
              </a:r>
            </a:p>
          </p:txBody>
        </p:sp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C53AE1A8-450E-11ED-F605-24AF87D6CB3B}"/>
                </a:ext>
              </a:extLst>
            </p:cNvPr>
            <p:cNvSpPr/>
            <p:nvPr/>
          </p:nvSpPr>
          <p:spPr>
            <a:xfrm>
              <a:off x="2200469" y="4417619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 to E</a:t>
              </a:r>
            </a:p>
          </p:txBody>
        </p:sp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E44DB273-101A-6381-4034-2627A9E6E200}"/>
                </a:ext>
              </a:extLst>
            </p:cNvPr>
            <p:cNvSpPr/>
            <p:nvPr/>
          </p:nvSpPr>
          <p:spPr>
            <a:xfrm>
              <a:off x="3554533" y="4417619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 to L</a:t>
              </a: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F33D0288-5BE6-0CEC-40C6-4635EACEF692}"/>
                </a:ext>
              </a:extLst>
            </p:cNvPr>
            <p:cNvSpPr/>
            <p:nvPr/>
          </p:nvSpPr>
          <p:spPr>
            <a:xfrm>
              <a:off x="4797179" y="4414572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 to A</a:t>
              </a:r>
            </a:p>
          </p:txBody>
        </p: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FB95150A-FB4F-68C4-07A1-F7BBFFEAC771}"/>
                </a:ext>
              </a:extLst>
            </p:cNvPr>
            <p:cNvCxnSpPr>
              <a:endCxn id="71" idx="1"/>
            </p:cNvCxnSpPr>
            <p:nvPr/>
          </p:nvCxnSpPr>
          <p:spPr>
            <a:xfrm>
              <a:off x="457200" y="4788644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AEC42E0E-0E85-26ED-C6F9-62CF17646CF6}"/>
                </a:ext>
              </a:extLst>
            </p:cNvPr>
            <p:cNvCxnSpPr/>
            <p:nvPr/>
          </p:nvCxnSpPr>
          <p:spPr>
            <a:xfrm>
              <a:off x="4464324" y="4802948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324AB337-B1B2-E3CF-DF65-818CAAEE8B9D}"/>
                </a:ext>
              </a:extLst>
            </p:cNvPr>
            <p:cNvCxnSpPr/>
            <p:nvPr/>
          </p:nvCxnSpPr>
          <p:spPr>
            <a:xfrm>
              <a:off x="3200400" y="4785596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>
              <a:extLst>
                <a:ext uri="{FF2B5EF4-FFF2-40B4-BE49-F238E27FC236}">
                  <a16:creationId xmlns:a16="http://schemas.microsoft.com/office/drawing/2014/main" id="{5EDF78CF-AC7F-B6E5-DA5E-2DEF18617C15}"/>
                </a:ext>
              </a:extLst>
            </p:cNvPr>
            <p:cNvCxnSpPr/>
            <p:nvPr/>
          </p:nvCxnSpPr>
          <p:spPr>
            <a:xfrm>
              <a:off x="1811264" y="4805996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4CEBE63C-AC6D-B2E9-A70B-E0D882F0E6A3}"/>
                </a:ext>
              </a:extLst>
            </p:cNvPr>
            <p:cNvCxnSpPr/>
            <p:nvPr/>
          </p:nvCxnSpPr>
          <p:spPr>
            <a:xfrm>
              <a:off x="5769009" y="4782548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0084324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652413B9-FE8D-9F84-BE05-9F6221ABECB1}"/>
              </a:ext>
            </a:extLst>
          </p:cNvPr>
          <p:cNvGrpSpPr/>
          <p:nvPr/>
        </p:nvGrpSpPr>
        <p:grpSpPr>
          <a:xfrm>
            <a:off x="2320249" y="2783975"/>
            <a:ext cx="5694043" cy="751192"/>
            <a:chOff x="457200" y="4414572"/>
            <a:chExt cx="5694043" cy="751192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7AA529B-72EF-21B1-49DF-85EF6B621675}"/>
                </a:ext>
              </a:extLst>
            </p:cNvPr>
            <p:cNvSpPr/>
            <p:nvPr/>
          </p:nvSpPr>
          <p:spPr>
            <a:xfrm>
              <a:off x="839434" y="4417619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 to L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807707D-A744-CA0C-588A-E5BA30EE58BE}"/>
                </a:ext>
              </a:extLst>
            </p:cNvPr>
            <p:cNvSpPr/>
            <p:nvPr/>
          </p:nvSpPr>
          <p:spPr>
            <a:xfrm>
              <a:off x="2200469" y="4417619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 to E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8C271CC-71E7-6A96-8021-0597B5789876}"/>
                </a:ext>
              </a:extLst>
            </p:cNvPr>
            <p:cNvSpPr/>
            <p:nvPr/>
          </p:nvSpPr>
          <p:spPr>
            <a:xfrm>
              <a:off x="3554533" y="4417619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E to L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68C9148D-989F-CA87-65EA-924B667E51F2}"/>
                </a:ext>
              </a:extLst>
            </p:cNvPr>
            <p:cNvSpPr/>
            <p:nvPr/>
          </p:nvSpPr>
          <p:spPr>
            <a:xfrm>
              <a:off x="4797179" y="4414572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 to A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5CB5955-3164-504A-7D10-97C4AD79B82B}"/>
                </a:ext>
              </a:extLst>
            </p:cNvPr>
            <p:cNvCxnSpPr>
              <a:endCxn id="9" idx="1"/>
            </p:cNvCxnSpPr>
            <p:nvPr/>
          </p:nvCxnSpPr>
          <p:spPr>
            <a:xfrm>
              <a:off x="457200" y="4788644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61A5B5F0-7053-72F6-27FD-1668D08ACA2F}"/>
                </a:ext>
              </a:extLst>
            </p:cNvPr>
            <p:cNvCxnSpPr/>
            <p:nvPr/>
          </p:nvCxnSpPr>
          <p:spPr>
            <a:xfrm>
              <a:off x="4464324" y="4802948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7FD5F9E-5564-FDAC-C21A-4FCF17C314D8}"/>
                </a:ext>
              </a:extLst>
            </p:cNvPr>
            <p:cNvCxnSpPr/>
            <p:nvPr/>
          </p:nvCxnSpPr>
          <p:spPr>
            <a:xfrm>
              <a:off x="3200400" y="4785596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CB9D8DA6-9449-AF45-BA8B-1919575D33DE}"/>
                </a:ext>
              </a:extLst>
            </p:cNvPr>
            <p:cNvCxnSpPr/>
            <p:nvPr/>
          </p:nvCxnSpPr>
          <p:spPr>
            <a:xfrm>
              <a:off x="1811264" y="4805996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1F6FFFE-C03A-FC67-5FF4-E186B54E0ECE}"/>
                </a:ext>
              </a:extLst>
            </p:cNvPr>
            <p:cNvCxnSpPr/>
            <p:nvPr/>
          </p:nvCxnSpPr>
          <p:spPr>
            <a:xfrm>
              <a:off x="5769009" y="4782548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DD16D3A-181A-E391-CC63-8ACD5629C247}"/>
              </a:ext>
            </a:extLst>
          </p:cNvPr>
          <p:cNvGrpSpPr/>
          <p:nvPr/>
        </p:nvGrpSpPr>
        <p:grpSpPr>
          <a:xfrm>
            <a:off x="5960126" y="5539987"/>
            <a:ext cx="5694043" cy="751192"/>
            <a:chOff x="457200" y="4414572"/>
            <a:chExt cx="5694043" cy="751192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10DAFE5B-FAA4-2100-208B-A1C9ADE46966}"/>
                </a:ext>
              </a:extLst>
            </p:cNvPr>
            <p:cNvSpPr/>
            <p:nvPr/>
          </p:nvSpPr>
          <p:spPr>
            <a:xfrm>
              <a:off x="839434" y="4417619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A to L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283C7596-270E-88C7-8FF3-C867EF0EAF6E}"/>
                </a:ext>
              </a:extLst>
            </p:cNvPr>
            <p:cNvSpPr/>
            <p:nvPr/>
          </p:nvSpPr>
          <p:spPr>
            <a:xfrm>
              <a:off x="2200469" y="4417619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 to D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0BB0728-834A-B3B7-46DB-85D56CEFF9B4}"/>
                </a:ext>
              </a:extLst>
            </p:cNvPr>
            <p:cNvSpPr/>
            <p:nvPr/>
          </p:nvSpPr>
          <p:spPr>
            <a:xfrm>
              <a:off x="3554533" y="4417619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 to L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DB257F3-CB22-4DFA-AB26-1788DF957638}"/>
                </a:ext>
              </a:extLst>
            </p:cNvPr>
            <p:cNvSpPr/>
            <p:nvPr/>
          </p:nvSpPr>
          <p:spPr>
            <a:xfrm>
              <a:off x="4797179" y="4414572"/>
              <a:ext cx="992960" cy="748145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L to A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FD7720F8-1FD0-5D6F-0957-36650498BF11}"/>
                </a:ext>
              </a:extLst>
            </p:cNvPr>
            <p:cNvCxnSpPr>
              <a:endCxn id="19" idx="1"/>
            </p:cNvCxnSpPr>
            <p:nvPr/>
          </p:nvCxnSpPr>
          <p:spPr>
            <a:xfrm>
              <a:off x="457200" y="4788644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3F47EEFA-ECF9-38F3-599D-2DFFF2D613C7}"/>
                </a:ext>
              </a:extLst>
            </p:cNvPr>
            <p:cNvCxnSpPr/>
            <p:nvPr/>
          </p:nvCxnSpPr>
          <p:spPr>
            <a:xfrm>
              <a:off x="4464324" y="4802948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AF132959-AB77-9550-E822-07748E442A97}"/>
                </a:ext>
              </a:extLst>
            </p:cNvPr>
            <p:cNvCxnSpPr/>
            <p:nvPr/>
          </p:nvCxnSpPr>
          <p:spPr>
            <a:xfrm>
              <a:off x="3200400" y="4785596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B6F01E3C-E83D-D5FC-C504-67D9D0C9A34F}"/>
                </a:ext>
              </a:extLst>
            </p:cNvPr>
            <p:cNvCxnSpPr/>
            <p:nvPr/>
          </p:nvCxnSpPr>
          <p:spPr>
            <a:xfrm>
              <a:off x="1811264" y="4805996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0CBCBAC3-2C4A-C01C-4543-B681B756C55D}"/>
                </a:ext>
              </a:extLst>
            </p:cNvPr>
            <p:cNvCxnSpPr/>
            <p:nvPr/>
          </p:nvCxnSpPr>
          <p:spPr>
            <a:xfrm>
              <a:off x="5769009" y="4782548"/>
              <a:ext cx="382234" cy="304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40874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7F8D5-FAEC-C758-5EDE-EEB28D4EB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Percakapan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74EF79-1F81-C707-1BF9-8AEC662713D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Berbicara</a:t>
            </a:r>
            <a:endParaRPr lang="en-US" dirty="0"/>
          </a:p>
          <a:p>
            <a:pPr lvl="1"/>
            <a:r>
              <a:rPr lang="en-US" dirty="0" err="1"/>
              <a:t>Gagasan</a:t>
            </a:r>
            <a:endParaRPr lang="en-US" dirty="0"/>
          </a:p>
          <a:p>
            <a:pPr lvl="1"/>
            <a:r>
              <a:rPr lang="en-US" dirty="0"/>
              <a:t>Format </a:t>
            </a:r>
            <a:r>
              <a:rPr lang="en-US" dirty="0" err="1"/>
              <a:t>dalam</a:t>
            </a:r>
            <a:r>
              <a:rPr lang="en-US" dirty="0"/>
              <a:t> Bahasa</a:t>
            </a:r>
          </a:p>
          <a:p>
            <a:pPr lvl="1"/>
            <a:r>
              <a:rPr lang="en-US" dirty="0" err="1"/>
              <a:t>Ucapkan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229A3C-8A14-7FE1-CD55-5D7B9177893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err="1"/>
              <a:t>Mendengar</a:t>
            </a:r>
            <a:endParaRPr lang="en-US" dirty="0"/>
          </a:p>
          <a:p>
            <a:pPr lvl="1"/>
            <a:r>
              <a:rPr lang="en-US" dirty="0" err="1"/>
              <a:t>Dengar</a:t>
            </a:r>
            <a:r>
              <a:rPr lang="en-US" dirty="0"/>
              <a:t> </a:t>
            </a:r>
            <a:r>
              <a:rPr lang="en-US" dirty="0" err="1"/>
              <a:t>ucapan</a:t>
            </a:r>
            <a:endParaRPr lang="en-US" dirty="0"/>
          </a:p>
          <a:p>
            <a:pPr lvl="1"/>
            <a:r>
              <a:rPr lang="en-US" dirty="0" err="1"/>
              <a:t>Tafsirkan</a:t>
            </a:r>
            <a:r>
              <a:rPr lang="en-US" dirty="0"/>
              <a:t> Bahasa</a:t>
            </a:r>
          </a:p>
          <a:p>
            <a:pPr lvl="1"/>
            <a:r>
              <a:rPr lang="en-US" dirty="0" err="1"/>
              <a:t>Pahami</a:t>
            </a:r>
            <a:r>
              <a:rPr lang="en-US" dirty="0"/>
              <a:t> </a:t>
            </a:r>
            <a:r>
              <a:rPr lang="en-US" dirty="0" err="1"/>
              <a:t>Gagasan</a:t>
            </a:r>
            <a:r>
              <a:rPr lang="en-US" dirty="0"/>
              <a:t> </a:t>
            </a:r>
            <a:r>
              <a:rPr lang="en-US" dirty="0" err="1"/>
              <a:t>itu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517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18882-3032-58CE-597E-B2BAFC064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Proyek</a:t>
            </a:r>
            <a:r>
              <a:rPr lang="en-US" dirty="0"/>
              <a:t> 1: Kasus Analog </a:t>
            </a:r>
            <a:r>
              <a:rPr lang="en-US" dirty="0" err="1"/>
              <a:t>Komunikasi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994D2F-E7C8-0962-644F-EE295BE5A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Pengirim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E2005-3C71-0591-56CE-B08FBE77837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x(t) di baseband  </a:t>
            </a:r>
            <a:r>
              <a:rPr lang="en-US" dirty="0" err="1"/>
              <a:t>pemodulasi</a:t>
            </a:r>
            <a:r>
              <a:rPr lang="en-US" dirty="0"/>
              <a:t> </a:t>
            </a:r>
            <a:r>
              <a:rPr lang="en-US" dirty="0" err="1"/>
              <a:t>dikalikan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sinusoidal </a:t>
            </a:r>
            <a:r>
              <a:rPr lang="en-US" dirty="0" err="1"/>
              <a:t>atau</a:t>
            </a:r>
            <a:r>
              <a:rPr lang="en-US" dirty="0"/>
              <a:t> </a:t>
            </a:r>
            <a:r>
              <a:rPr lang="en-US" dirty="0" err="1"/>
              <a:t>eksponensial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carrier c(t) </a:t>
            </a:r>
            <a:r>
              <a:rPr lang="en-US" dirty="0" err="1"/>
              <a:t>menghasilkan</a:t>
            </a:r>
            <a:r>
              <a:rPr lang="en-US" dirty="0"/>
              <a:t> </a:t>
            </a:r>
            <a:r>
              <a:rPr lang="en-US" dirty="0" err="1"/>
              <a:t>sinyal</a:t>
            </a:r>
            <a:r>
              <a:rPr lang="en-US" dirty="0"/>
              <a:t> z(t)</a:t>
            </a:r>
          </a:p>
          <a:p>
            <a:r>
              <a:rPr lang="en-US" dirty="0"/>
              <a:t>z(t) </a:t>
            </a:r>
            <a:r>
              <a:rPr lang="en-US" dirty="0" err="1"/>
              <a:t>ditransmisikan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5BA236-9426-9B30-22FF-FF2D133525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Penerima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FCE238-4B28-56A9-C306-31FAFCC539E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 dirty="0"/>
              <a:t>Z(t) </a:t>
            </a:r>
            <a:r>
              <a:rPr lang="en-US" dirty="0" err="1"/>
              <a:t>diterima</a:t>
            </a:r>
            <a:r>
              <a:rPr lang="en-US" dirty="0"/>
              <a:t> dan </a:t>
            </a:r>
            <a:r>
              <a:rPr lang="en-US" dirty="0" err="1"/>
              <a:t>diperbaiki</a:t>
            </a:r>
            <a:r>
              <a:rPr lang="en-US" dirty="0"/>
              <a:t> agar </a:t>
            </a:r>
            <a:r>
              <a:rPr lang="en-US" dirty="0" err="1"/>
              <a:t>serupa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z(t) yang </a:t>
            </a:r>
            <a:r>
              <a:rPr lang="en-US" dirty="0" err="1"/>
              <a:t>dikirim</a:t>
            </a:r>
            <a:endParaRPr lang="en-US" dirty="0"/>
          </a:p>
          <a:p>
            <a:r>
              <a:rPr lang="en-US" dirty="0"/>
              <a:t>Z(t) </a:t>
            </a:r>
            <a:r>
              <a:rPr lang="en-US" dirty="0" err="1"/>
              <a:t>dikalikan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 c(t) </a:t>
            </a:r>
            <a:r>
              <a:rPr lang="en-US" dirty="0" err="1"/>
              <a:t>lalu</a:t>
            </a:r>
            <a:r>
              <a:rPr lang="en-US" dirty="0"/>
              <a:t> </a:t>
            </a:r>
            <a:r>
              <a:rPr lang="en-US" dirty="0" err="1"/>
              <a:t>difilter</a:t>
            </a:r>
            <a:r>
              <a:rPr lang="en-US" dirty="0"/>
              <a:t> pada base band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menghasilkan</a:t>
            </a:r>
            <a:r>
              <a:rPr lang="en-US" dirty="0"/>
              <a:t> y(t) yang </a:t>
            </a:r>
            <a:r>
              <a:rPr lang="en-US" dirty="0" err="1"/>
              <a:t>serupa</a:t>
            </a:r>
            <a:r>
              <a:rPr lang="en-US" dirty="0"/>
              <a:t> </a:t>
            </a:r>
            <a:r>
              <a:rPr lang="en-US" dirty="0" err="1"/>
              <a:t>dengan</a:t>
            </a:r>
            <a:r>
              <a:rPr lang="en-US" dirty="0"/>
              <a:t> x(t)</a:t>
            </a:r>
          </a:p>
        </p:txBody>
      </p:sp>
    </p:spTree>
    <p:extLst>
      <p:ext uri="{BB962C8B-B14F-4D97-AF65-F5344CB8AC3E}">
        <p14:creationId xmlns:p14="http://schemas.microsoft.com/office/powerpoint/2010/main" val="515794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AAACF-AC73-DA22-00F6-09580CDA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Proyek</a:t>
            </a:r>
            <a:r>
              <a:rPr lang="en-US" dirty="0"/>
              <a:t> 2 Digital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0D12EB-4188-53EE-409F-2E888560B4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Pengirim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87541F-7B7B-435A-035A-1D0C78D0629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X(t) di baseband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x(t) di Listrik </a:t>
            </a:r>
            <a:r>
              <a:rPr lang="en-US" dirty="0" err="1"/>
              <a:t>lalu</a:t>
            </a:r>
            <a:r>
              <a:rPr lang="en-US" dirty="0"/>
              <a:t> di sampling </a:t>
            </a:r>
            <a:r>
              <a:rPr lang="en-US" dirty="0" err="1"/>
              <a:t>menjadi</a:t>
            </a:r>
            <a:r>
              <a:rPr lang="en-US" dirty="0"/>
              <a:t> x[n]</a:t>
            </a:r>
          </a:p>
          <a:p>
            <a:r>
              <a:rPr lang="en-US" dirty="0"/>
              <a:t>X[n] </a:t>
            </a:r>
            <a:r>
              <a:rPr lang="en-US" dirty="0" err="1"/>
              <a:t>ini</a:t>
            </a:r>
            <a:r>
              <a:rPr lang="en-US" dirty="0"/>
              <a:t> </a:t>
            </a:r>
            <a:r>
              <a:rPr lang="en-US" dirty="0" err="1"/>
              <a:t>diencode</a:t>
            </a:r>
            <a:r>
              <a:rPr lang="en-US" dirty="0"/>
              <a:t> agar </a:t>
            </a:r>
            <a:r>
              <a:rPr lang="en-US" dirty="0" err="1"/>
              <a:t>bisa</a:t>
            </a:r>
            <a:r>
              <a:rPr lang="en-US" dirty="0"/>
              <a:t> </a:t>
            </a:r>
            <a:r>
              <a:rPr lang="en-US" dirty="0" err="1"/>
              <a:t>hemat</a:t>
            </a:r>
            <a:r>
              <a:rPr lang="en-US" dirty="0"/>
              <a:t> bit, f[n]</a:t>
            </a:r>
          </a:p>
          <a:p>
            <a:r>
              <a:rPr lang="en-US" dirty="0"/>
              <a:t>Ubah f[n] </a:t>
            </a:r>
            <a:r>
              <a:rPr lang="en-US" dirty="0" err="1"/>
              <a:t>menjadi</a:t>
            </a:r>
            <a:r>
              <a:rPr lang="en-US" dirty="0"/>
              <a:t> v[n] yang </a:t>
            </a:r>
            <a:r>
              <a:rPr lang="en-US" dirty="0" err="1"/>
              <a:t>berada</a:t>
            </a:r>
            <a:r>
              <a:rPr lang="en-US" dirty="0"/>
              <a:t> di </a:t>
            </a:r>
            <a:r>
              <a:rPr lang="en-US" dirty="0" err="1"/>
              <a:t>frekuens</a:t>
            </a:r>
            <a:r>
              <a:rPr lang="en-US" dirty="0"/>
              <a:t> carrier</a:t>
            </a:r>
          </a:p>
          <a:p>
            <a:r>
              <a:rPr lang="en-US" dirty="0"/>
              <a:t>V[n]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 err="1"/>
              <a:t>bunyi</a:t>
            </a:r>
            <a:r>
              <a:rPr lang="en-US" dirty="0"/>
              <a:t> z(t) dan </a:t>
            </a:r>
            <a:r>
              <a:rPr lang="en-US" dirty="0" err="1"/>
              <a:t>dikirim</a:t>
            </a:r>
            <a:r>
              <a:rPr lang="en-US" dirty="0"/>
              <a:t> </a:t>
            </a:r>
            <a:r>
              <a:rPr lang="en-US" dirty="0" err="1"/>
              <a:t>ke</a:t>
            </a:r>
            <a:r>
              <a:rPr lang="en-US" dirty="0"/>
              <a:t> </a:t>
            </a:r>
            <a:r>
              <a:rPr lang="en-US" dirty="0" err="1"/>
              <a:t>saluran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E7F7AE-2B5E-83FB-8814-F7CD44AB14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 err="1"/>
              <a:t>Penerima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DE12F5E-585E-2EDD-E554-29F7AF002A1E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Z(t) </a:t>
            </a:r>
            <a:r>
              <a:rPr lang="en-US" dirty="0" err="1"/>
              <a:t>diterima</a:t>
            </a:r>
            <a:r>
              <a:rPr lang="en-US" dirty="0"/>
              <a:t> dan </a:t>
            </a:r>
            <a:r>
              <a:rPr lang="en-US" dirty="0" err="1"/>
              <a:t>diubah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v[n]</a:t>
            </a:r>
          </a:p>
          <a:p>
            <a:r>
              <a:rPr lang="en-US" dirty="0"/>
              <a:t>V[n] </a:t>
            </a:r>
            <a:r>
              <a:rPr lang="en-US" dirty="0" err="1"/>
              <a:t>diturunk</a:t>
            </a:r>
            <a:r>
              <a:rPr lang="en-US" dirty="0"/>
              <a:t> </a:t>
            </a:r>
            <a:r>
              <a:rPr lang="en-US" dirty="0" err="1"/>
              <a:t>dari</a:t>
            </a:r>
            <a:r>
              <a:rPr lang="en-US" dirty="0"/>
              <a:t> carrier </a:t>
            </a:r>
            <a:r>
              <a:rPr lang="en-US" dirty="0" err="1"/>
              <a:t>ke</a:t>
            </a:r>
            <a:r>
              <a:rPr lang="en-US" dirty="0"/>
              <a:t> f[n] yang </a:t>
            </a:r>
            <a:r>
              <a:rPr lang="en-US" dirty="0" err="1"/>
              <a:t>berada</a:t>
            </a:r>
            <a:r>
              <a:rPr lang="en-US" dirty="0"/>
              <a:t> di baseband</a:t>
            </a:r>
          </a:p>
          <a:p>
            <a:r>
              <a:rPr lang="en-US" dirty="0"/>
              <a:t>F[n] </a:t>
            </a:r>
            <a:r>
              <a:rPr lang="en-US" dirty="0" err="1"/>
              <a:t>didecode</a:t>
            </a:r>
            <a:r>
              <a:rPr lang="en-US" dirty="0"/>
              <a:t> </a:t>
            </a:r>
            <a:r>
              <a:rPr lang="en-US" dirty="0" err="1"/>
              <a:t>menjadi</a:t>
            </a:r>
            <a:r>
              <a:rPr lang="en-US" dirty="0"/>
              <a:t> y[n]</a:t>
            </a:r>
          </a:p>
          <a:p>
            <a:r>
              <a:rPr lang="en-US" dirty="0"/>
              <a:t>y[n] di filter </a:t>
            </a:r>
            <a:r>
              <a:rPr lang="en-US" dirty="0" err="1"/>
              <a:t>menjadi</a:t>
            </a:r>
            <a:r>
              <a:rPr lang="en-US" dirty="0"/>
              <a:t> y(t)</a:t>
            </a:r>
          </a:p>
        </p:txBody>
      </p:sp>
    </p:spTree>
    <p:extLst>
      <p:ext uri="{BB962C8B-B14F-4D97-AF65-F5344CB8AC3E}">
        <p14:creationId xmlns:p14="http://schemas.microsoft.com/office/powerpoint/2010/main" val="3484046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297</Words>
  <Application>Microsoft Office PowerPoint</Application>
  <PresentationFormat>Widescreen</PresentationFormat>
  <Paragraphs>57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Percakapan</vt:lpstr>
      <vt:lpstr>Proyek 1: Kasus Analog Komunikasi</vt:lpstr>
      <vt:lpstr>Proyek 2 Digital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Armein Z. R. Langi</dc:creator>
  <cp:lastModifiedBy>Armein Z. R. Langi</cp:lastModifiedBy>
  <cp:revision>2</cp:revision>
  <dcterms:created xsi:type="dcterms:W3CDTF">2025-11-06T07:10:50Z</dcterms:created>
  <dcterms:modified xsi:type="dcterms:W3CDTF">2025-11-10T23:22:20Z</dcterms:modified>
</cp:coreProperties>
</file>